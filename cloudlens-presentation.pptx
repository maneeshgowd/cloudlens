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9144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</a:t>
            </a:r>
            <a:pPr indent="0" marL="0">
              <a:buNone/>
            </a:pPr>
            <a:r>
              <a:rPr lang="en-US" sz="6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Multi-Cloud Operational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11365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"Finding failures your cloud provider doesn't surface."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 ·  Azure  ·  Read-Only  ·  Zero Risk to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environments grow silently broken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54864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990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monitoring tools don't talk to each other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837944"/>
            <a:ext cx="10908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has Trusted Advisor for cost, Security Hub for vulnerabilities, CloudWatch for metrics — all separate, with no single view across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715768"/>
            <a:ext cx="11365992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715768"/>
            <a:ext cx="54864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8036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automated workflows trigger no alerts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3319272"/>
            <a:ext cx="10908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scheduled job (EventBridge rule) can silently stop delivering work to its target function (Lambda) for weeks — no alarm fires, no one notices.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197096"/>
            <a:ext cx="11365992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4197096"/>
            <a:ext cx="54864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61688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risks hide in deployed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4800600"/>
            <a:ext cx="10908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on outdated software versions (runtimes) accumulate unpatched security holes. Abandoned functions still hold active access permissions (IAM roles).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CloudLens?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— full picture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1365992" cy="566928"/>
          </a:xfrm>
          <a:prstGeom prst="rect">
            <a:avLst/>
          </a:prstGeom>
          <a:solidFill>
            <a:srgbClr val="0F172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node cloudlens.js  --provider aws  --region us-east-1  --days 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93852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13 AWS services + Azure in a single read-only pass — no changes made to your environment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23744"/>
            <a:ext cx="1136599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871216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the dots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correlates findings across services to catch broken pipelines no individual tool sees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456432"/>
            <a:ext cx="1136599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673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80390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 report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self-contained HTML with prioritised findings and ready-to-run fix commands (AWS CLI)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389120"/>
            <a:ext cx="1136599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00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7365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Security-first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surfaces outdated runtimes, abandoned functions with live access permissions (IAM)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 · Stateless · Read-Only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9260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37360"/>
            <a:ext cx="2926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CLOUD ACCOUNT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+ Options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--provider aws | azure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--region us-east-1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--days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--filter &lt;team-name&gt;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3136392"/>
            <a:ext cx="105156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309067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536192"/>
            <a:ext cx="3108960" cy="3200400"/>
          </a:xfrm>
          <a:prstGeom prst="rect">
            <a:avLst/>
          </a:prstGeom>
          <a:solidFill>
            <a:srgbClr val="FFFBEB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536192"/>
            <a:ext cx="310896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6733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AWS Services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  ·  EventBridge  ·  DynamoDB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SQS  ·  SNS  ·  S3  ·  API Gateway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3310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 ·  CloudFront  ·  MSK  ·  more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675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Cross-service correlation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26680" y="3136392"/>
            <a:ext cx="105156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309067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1737360"/>
            <a:ext cx="29260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1737360"/>
            <a:ext cx="29260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18470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Report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06840" y="2697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Prioritised findings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06840" y="3154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Metrics per resource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0684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Fix commands (AWS CLI)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06840" y="4069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Export to CSV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Azure: Functions · VMs · App Service · Cosmos DB · Service Bus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Differentiator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Cross-service correlation — what no single tool does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5394960" cy="2148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other tool (e.g. Trusted Advisor)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 Lambda function is idle."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service at a time. No context. No correlation.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87568" y="1874520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1170432"/>
            <a:ext cx="5376672" cy="214884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170432"/>
            <a:ext cx="53766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3167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16916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whole pipeline is broken — the schedule is running, but nothing is arriving. No alarm fired."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65392" y="23957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EventBridge (scheduler) + Lambda (target) correlated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3730752" cy="1298448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93008"/>
            <a:ext cx="37307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1188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Cross-service correlation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5993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failures that span multiple services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5112" y="3493008"/>
            <a:ext cx="3730752" cy="1298448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3493008"/>
            <a:ext cx="373075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361188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Security-first findings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62272" y="405993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EOL runtimes · dead code · live IAM exposure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38744" y="3493008"/>
            <a:ext cx="3730752" cy="129844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3493008"/>
            <a:ext cx="373075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361188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Ready-to-run fix commands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75904" y="405993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Copy, paste, done — no AWS console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scan · Test environment · 7-day window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148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Scanned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170432"/>
            <a:ext cx="2148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2529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Findings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1170432"/>
            <a:ext cx="2148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2529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1170432"/>
            <a:ext cx="2148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22529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26948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55480" y="1170432"/>
            <a:ext cx="21488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122529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A8A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55548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11365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770632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EA580C">
              <a:alpha val="16000"/>
            </a:srgbClr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7063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Pipeline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48840" y="2715768"/>
            <a:ext cx="9491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 (EventBridge rule) was active and running, but no work was arriving at its target function (Lambda). No alarm fired.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264408"/>
            <a:ext cx="11365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429000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DC2626">
              <a:alpha val="16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290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EOL Runtime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148840" y="3374136"/>
            <a:ext cx="9491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running outdated software versions (Node.js 18 / Python 3.9) that AWS no longer patches — security holes permanently open.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922776"/>
            <a:ext cx="11365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087368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DC2626">
              <a:alpha val="16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08736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Code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148840" y="4032504"/>
            <a:ext cx="9491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deployed months ago with zero use, still holding active access permissions (IAM roles). An unnecessary attack surface.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581144"/>
            <a:ext cx="11365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745736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EA580C">
              <a:alpha val="16000"/>
            </a:srgbClr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4573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Anomaly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48840" y="4690872"/>
            <a:ext cx="9491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Sharp drop in invocations vs prior period — likely a silent upstream failure that automated monitoring didn't catch.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577840" cy="224028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5778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99032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Reliability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1892808"/>
            <a:ext cx="5248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broken automated workflows before customers notice. End-to-end visibility across event-driven pipelines.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577840" cy="224028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34440"/>
            <a:ext cx="55778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399032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1892808"/>
            <a:ext cx="5248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Outdated runtimes create open audit findings that block certifications. Abandoned code with live permissions is unnecessary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685032"/>
            <a:ext cx="5577840" cy="224028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685032"/>
            <a:ext cx="5577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849624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Velocity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6072" y="4343400"/>
            <a:ext cx="5248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cloud hygiene audit replaces hours of manual review. Fix commands bundled — no console navigation required.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85032"/>
            <a:ext cx="5577840" cy="224028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685032"/>
            <a:ext cx="5577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849624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Anywhere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4343400"/>
            <a:ext cx="5248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AWS account · Any region · Azure included · --filter to scope to a single team or service.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1167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594360"/>
            <a:ext cx="1167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at the hackathon — production-ready with these additions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65992" cy="1124712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1136599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44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1773936"/>
            <a:ext cx="10954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automated scan. HTML report committed to the repo. Git history becomes your trend data — no extra tooling.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11365992" cy="1124712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14600"/>
            <a:ext cx="113659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51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Digest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" y="3081528"/>
            <a:ext cx="10954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 summary emailed to engineering leads after each run. No dashboard to log in 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22192"/>
            <a:ext cx="11365992" cy="1124712"/>
          </a:xfrm>
          <a:prstGeom prst="rect">
            <a:avLst/>
          </a:prstGeom>
          <a:solidFill>
            <a:srgbClr val="FFFBEB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822192"/>
            <a:ext cx="11365992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Multi-Account Scanning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4389120"/>
            <a:ext cx="10954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scans every account in an AWS Organisation. Full estate visibility at once.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5129784"/>
            <a:ext cx="11365992" cy="1124712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5129784"/>
            <a:ext cx="113659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2669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Auto-Remediation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" y="5696712"/>
            <a:ext cx="10954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--auto-fix flag applies safe, pre-approved fixes directly: log retention, tag enforcement, runtime upgrades.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</a:t>
            </a:r>
            <a:pPr indent="0" marL="0">
              <a:buNone/>
            </a:pPr>
            <a:r>
              <a:rPr lang="en-US" sz="3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11494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MVP  ·  Live AWS + Azure  ·  Demo-ready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221284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1488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AWS services + Azure — one read-only command, zero risk to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287121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807208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Cross-service pipeline correlation — not available in any other tool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352958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3465576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findings: outdated runtimes, abandoned code with live permissions (IAM)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" y="4187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4123944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Ready-to-run fix commands bundled in every report — no AWS console needed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956048"/>
            <a:ext cx="11365992" cy="804672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4956048"/>
            <a:ext cx="113659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047488"/>
            <a:ext cx="11073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gap between 'alert didn't fire' and 'customer reported it' — that's where CloudLens operates."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CloudLens  ·  Multi-Cloud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2026-09-23T12:32:38Z</dcterms:created>
  <dcterms:modified xsi:type="dcterms:W3CDTF">2026-09-23T12:32:38Z</dcterms:modified>
</cp:coreProperties>
</file>